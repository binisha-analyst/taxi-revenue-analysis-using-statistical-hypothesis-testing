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56" y="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78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9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3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7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4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6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15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7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68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7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8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0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03373"/>
            <a:ext cx="7772400" cy="1470025"/>
          </a:xfrm>
        </p:spPr>
        <p:txBody>
          <a:bodyPr>
            <a:noAutofit/>
          </a:bodyPr>
          <a:lstStyle/>
          <a:p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Taxi Revenue Optimization &amp; Hypothesis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66214"/>
            <a:ext cx="6400800" cy="1366284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Binisha Achar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03-02-26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project's main goal is to run an A/B test to examine the relationship between the total fare and the method of payment.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 Python hypothesis testing and descriptive statistics to extract useful information that can help taxi drivers generate more cash.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particular, we want to find out if there is a big difference in the fares for those who pay with credit cards versus those who pay with cash.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analyze taxi trip data to identify factors impacting revenue and demand.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trip behavior, payment types, congestion surcharge, locations, and route-level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NYC Yellow Taxi Trip Records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Granularity: One row per taxi trip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Size: Cleaned dataset after removing nulls and duplicates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categories of variables:</a:t>
            </a:r>
          </a:p>
          <a:p>
            <a:pPr lvl="2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details: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pickup/drop-off time, trip distance, passenger count</a:t>
            </a:r>
          </a:p>
          <a:p>
            <a:pPr lvl="2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data: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&amp; drop-off zone IDs</a:t>
            </a:r>
          </a:p>
          <a:p>
            <a:pPr lvl="2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Fare Components: </a:t>
            </a:r>
            <a:r>
              <a:rPr lang="en-US" sz="2000" dirty="0"/>
              <a:t>fare amount, surcharges, taxes, tips, tolls</a:t>
            </a:r>
          </a:p>
          <a:p>
            <a:pPr lvl="2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Information: </a:t>
            </a:r>
            <a:r>
              <a:rPr lang="en-US" sz="2000" dirty="0"/>
              <a:t>cash, card, disputed, no charge</a:t>
            </a:r>
          </a:p>
          <a:p>
            <a:pPr lvl="2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Proxy Used: Fare amount(and total amount where required)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581282"/>
            <a:ext cx="7748163" cy="837282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“Dirty Data Audit”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34717"/>
            <a:ext cx="7543801" cy="402336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“Ghost Rides”: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67476 trips where the trip distance is 0. We also found negative fair amounts. Thus, Zero distance with fare is suspicious and can distort revenue metrics.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“Negative Money Problem”: 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Negative fare values are system errors and were removed to maintain financial accuracy.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“Silent Passenger”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 1.8% of the data is with passenger count = 0, which exceeded the client’s removal threshold.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trips could represent package deliveries or non-passenger operations, so removing them might have led to data loss.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32367"/>
            <a:ext cx="7543800" cy="15862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Operational Intelligence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“Ghost Rides”: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67476 trips where the trip distance is 0. We also found negative fair amounts. Thus, Zero distance with fare is suspicious and can distort revenue metrics.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“Negative Money Problem”: 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Negative fare values are system errors and were removed to maintain financial accuracy.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“Silent Passenger”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 1.8% of the data is with passenger count = 0, which exceeded the client’s removal threshold.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trips could represent package deliveries or non-passenger operations, so removing them might have led to data loss.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78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Exploratory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Compared fare amount by payment type</a:t>
            </a:r>
          </a:p>
          <a:p>
            <a:r>
              <a:t>• Analyzed trip distance distribution</a:t>
            </a:r>
          </a:p>
          <a:p>
            <a:r>
              <a:t>• Observed right-skewed fare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Normality checked using Q-Q plot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Fare amounts were non-normal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Independent T-test used instead of Z-test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Phase 3: Strategic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Congestion surcharge does not significantly reduce demand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Airport trips generate higher average fares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High revenue concentrated in few pickup locations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Phase 7: Route-Level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Created route using pickup → dropoff locations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Identified top revenue-generating routes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Analyzed average trip distance per top route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Revenue driven by both long-distance and high-frequency short trips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Few routes contribute disproportionately to total revenue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Demand is relatively price-insensitive to congestion surcharge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Prioritize driver allocation on high-revenue routes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Optimize short-distance, high-frequency routes for quick turnover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Incentivize airport and long-distance trips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provides data-driven insights into taxi revenue patterns.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can help improve operational efficiency and revenue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5F5F5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111</TotalTime>
  <Words>619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 Light</vt:lpstr>
      <vt:lpstr>Courier New</vt:lpstr>
      <vt:lpstr>Times New Roman</vt:lpstr>
      <vt:lpstr>Wingdings</vt:lpstr>
      <vt:lpstr>Metropolitan</vt:lpstr>
      <vt:lpstr>Taxi Revenue Optimization &amp; Hypothesis Testing</vt:lpstr>
      <vt:lpstr>Business Problem</vt:lpstr>
      <vt:lpstr>Dataset Overview</vt:lpstr>
      <vt:lpstr>PHASE 1: “Dirty Data Audit”</vt:lpstr>
      <vt:lpstr>PHASE 2: Operational Intelligence</vt:lpstr>
      <vt:lpstr>Phase 2: Exploratory Analysis</vt:lpstr>
      <vt:lpstr>Hypothesis Testing</vt:lpstr>
      <vt:lpstr>Phase 3: Strategic Insights</vt:lpstr>
      <vt:lpstr>Phase 7: Route-Level Analysis</vt:lpstr>
      <vt:lpstr>Key Findings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Taxi Revenue Optimization &amp; Hypothesis Testing</dc:title>
  <dc:subject/>
  <dc:creator/>
  <cp:keywords/>
  <dc:description>generated using python-pptx</dc:description>
  <cp:lastModifiedBy>DELL</cp:lastModifiedBy>
  <cp:revision>8</cp:revision>
  <dcterms:created xsi:type="dcterms:W3CDTF">2013-01-27T09:14:16Z</dcterms:created>
  <dcterms:modified xsi:type="dcterms:W3CDTF">2026-02-03T19:32:41Z</dcterms:modified>
  <cp:category/>
</cp:coreProperties>
</file>